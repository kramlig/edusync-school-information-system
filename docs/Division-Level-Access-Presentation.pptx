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🏢 Division-Level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FDBFE"/>
                </a:solidFill>
              </a:defRPr>
            </a:pPr>
            <a:r>
              <a:t>A New Era of Consolidated School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3C5FD"/>
                </a:solidFill>
              </a:defRPr>
            </a:pPr>
            <a:r>
              <a:t>EduSync School Information System |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200" b="1">
                <a:solidFill>
                  <a:srgbClr val="1E40AF"/>
                </a:solidFill>
              </a:defRPr>
            </a:pPr>
            <a:r>
              <a:t>Current Pain Points for Division Offices: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Multiple logins required  logging into each school's system individually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Manual aggregation  compiling reports from 2050+ schools by hand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Delayed reporting  weeks to consolidate SF5/SF6/SF7 reports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No realtime data  cannot see current enrollment or attendance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Inconsistent formats  each school submits reports differently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  <a:r>
              <a:t>Division personnel spend 40+ hours per month just collecting and consolidating school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✨ The Solution: One Login, All Schools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200" b="1">
                <a:solidFill>
                  <a:srgbClr val="1E40AF"/>
                </a:solidFill>
              </a:defRPr>
            </a:pPr>
            <a:r>
              <a:t>What is Division-Level Access?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  <a:r>
              <a:t>A centralized portal that gives Division Office personnel the ability to: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View all schools in their jurisdiction from one dashboard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Access realtime data across all schools instantly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Generate consolidated reports (SF5, SF6, SF7) in seconds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Compare school performance sidebyside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Filter by district or school for focused analysis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Export data in PDF, CSV, or Excel formats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  <a:r>
              <a:t>"One Division, One View, Complete Oversight"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👥 User Roles &amp; Permissions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Access Level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🎓 Superintendent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Division head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👔 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Division 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View all, limited admin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📊 Analyst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Data specialist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Reports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👁️ 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Basic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Dashboard only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📍 PSDS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District supervisor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Assigned district(s)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Division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Your Command Center for All Schools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82296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>
                <a:solidFill>
                  <a:srgbClr val="475569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┌──────────────────────────────────────────────────────────────┐</a:t>
            </a:r>
            <a:br/>
            <a:r>
              <a:t>│  📍 Division of City Schools - Manila       👤 Superintendent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│</a:t>
            </a:r>
            <a:br/>
            <a:r>
              <a:t>│  ┌─────────┐  ┌─────────┐  ┌─────────┐  ┌─────────┐         │</a:t>
            </a:r>
            <a:br/>
            <a:r>
              <a:t>│  │ 🏫 42   │  │ 👨‍🎓 25,432│  │ 👨‍🏫 1,245│  │ 📈 +3.2% │         │</a:t>
            </a:r>
            <a:br/>
            <a:r>
              <a:t>│  │ Schools │  │ Students │  │ Teachers│  │ Growth  │         │</a:t>
            </a:r>
            <a:br/>
            <a:r>
              <a:t>│  └─────────┘  └─────────┘  └─────────┘  └─────────┘         │</a:t>
            </a:r>
            <a:br/>
            <a:r>
              <a:t>│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┌─────────────────────────────────────────────────────────┐ │</a:t>
            </a:r>
            <a:br/>
            <a:r>
              <a:t>│  │ 🏫 Schools Overview                      [View All →]   │ │</a:t>
            </a:r>
            <a:br/>
            <a:r>
              <a:t>│  │ ┌────────┐ ┌────────┐ ┌────────┐ ┌────────┐            │ │</a:t>
            </a:r>
            <a:br/>
            <a:r>
              <a:t>│  │ │School 1│ │School 2│ │School 3│ │School 4│   ...      │ │</a:t>
            </a:r>
            <a:br/>
            <a:r>
              <a:t>│  │ │ 523    │ │ 412    │ │ 687    │ │ 345    │            │ │</a:t>
            </a:r>
            <a:br/>
            <a:r>
              <a:t>│  │ └────────┘ └────────┘ └────────┘ └────────┘            │ │</a:t>
            </a:r>
            <a:br/>
            <a:r>
              <a:t>│  └─────────────────────────────────────────────────────────┘ │</a:t>
            </a:r>
            <a:br/>
            <a:r>
              <a:t>└──────────────────────────────────────────────────────────────┘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🔍 Cascading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200" b="1">
                <a:solidFill>
                  <a:srgbClr val="1E40AF"/>
                </a:solidFill>
              </a:defRPr>
            </a:pPr>
            <a:r>
              <a:t>Smart Filtering: Division → District → School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Select a District → School dropdown filters to that district only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Select a School → All data filters to that specific school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Clear Filters → Returns to divisionwide view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</a:p>
          <a:p>
            <a:pPr>
              <a:spcBef>
                <a:spcPts val="2000"/>
              </a:spcBef>
              <a:defRPr sz="2200" b="1">
                <a:solidFill>
                  <a:srgbClr val="1E40AF"/>
                </a:solidFill>
              </a:defRPr>
            </a:pPr>
            <a:r>
              <a:t>Benefits: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🎯 Focus Analysis  Drill down to specific areas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⚡ Fast Navigation  No need to switch pages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💾 Persistent Selection  Filters are remembered across sessions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DepEd Reports Integration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Form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SF5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Report on Promotion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End-of-year statistics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✅ Ready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SF6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Summarized Promotion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Division-wide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✅ Ready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SF7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Personnel Assignment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All personnel list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✅ Ready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⏱️ Time Savings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Compile SF5 (42 schools)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5 minutes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Generate SF6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2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Collect SF7 personnel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2 weeks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10 minutes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Dashboard data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⚡ Performance Optimizations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Dashboard 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3.5s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&lt;1s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71% faster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Schools Grid (50 schools)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&lt;1s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80% faster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SF5 Report Generation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8s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&lt;2s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75% faster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Personnel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&lt;0.5s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87% faster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🔒 Security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200" b="1">
                <a:solidFill>
                  <a:srgbClr val="1E40AF"/>
                </a:solidFill>
              </a:defRPr>
            </a:pPr>
            <a:r>
              <a:t>Enterprise-Grade Security: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🔐 RoleBased Access  Users see only what they're authorized to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🔑 Secure Authentication  Firebase Authentication with 2FA support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📝 Audit Logging  Every action is tracked and recorded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🔒 Data Encryption  All data encrypted at rest and in transit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⏰ Session Management  Autologout after inactivity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</a:p>
          <a:p>
            <a:pPr>
              <a:spcBef>
                <a:spcPts val="2000"/>
              </a:spcBef>
              <a:defRPr sz="2200" b="1">
                <a:solidFill>
                  <a:srgbClr val="1E40AF"/>
                </a:solidFill>
              </a:defRPr>
            </a:pPr>
            <a:r>
              <a:t>Compliance: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RA 10173 (Data Privacy Act) compliant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DepEd data handling guidelines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Government security standards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Benefits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200" b="1">
                <a:solidFill>
                  <a:srgbClr val="1E40AF"/>
                </a:solidFill>
              </a:defRPr>
            </a:pPr>
            <a:r>
              <a:t>For Division Personnel: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⏰ Time Savings  40+ hours/month saved on data collection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📊 RealTime Data  Always uptodate information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🎯 Better Decisions  Datadriven insights across schools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📋 Compliance  Faster DepEd report submission</a:t>
            </a:r>
          </a:p>
          <a:p>
            <a:pPr>
              <a:spcBef>
                <a:spcPts val="1200"/>
              </a:spcBef>
              <a:defRPr sz="2000">
                <a:solidFill>
                  <a:srgbClr val="475569"/>
                </a:solidFill>
              </a:defRPr>
            </a:pPr>
          </a:p>
          <a:p>
            <a:pPr>
              <a:spcBef>
                <a:spcPts val="2000"/>
              </a:spcBef>
              <a:defRPr sz="2200" b="1">
                <a:solidFill>
                  <a:srgbClr val="1E40AF"/>
                </a:solidFill>
              </a:defRPr>
            </a:pPr>
            <a:r>
              <a:t>For Schools: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No manual submission  data automatically available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Less followups from division office</a:t>
            </a:r>
          </a:p>
          <a:p>
            <a:pPr lvl="1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t>• Reduced phone inquiries for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🙏 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FDBFE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3C5FD"/>
                </a:solidFill>
              </a:defRPr>
            </a:pPr>
            <a:r>
              <a:t>EduSync School Information System | December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
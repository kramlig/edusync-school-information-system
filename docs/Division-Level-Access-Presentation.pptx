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🏢 Division-Level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FDBFE"/>
                </a:solidFill>
              </a:defRPr>
            </a:pPr>
            <a:r>
              <a:t>A New Era of Consolidated School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3C5FD"/>
                </a:solidFill>
              </a:defRPr>
            </a:pPr>
            <a:r>
              <a:t>EduSync School Information System | 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📋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Current Pain Points for Division Offices: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Multiple logins required  logging into each school's system individually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Manual aggregation  compiling reports from 2050+ schools by hand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Delayed reporting  weeks to consolidate SF5/SF6/SF7 reports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No realtime data  cannot see current enrollment or attendance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Inconsistent formats  each school submits reports differently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t>Division personnel spend 40+ hours per month just collecting and consolidating school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✨ The Solution: One Login, All Schools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What is Division-Level Access?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t>A centralized portal that gives Division Office personnel the ability to: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View all schools in their jurisdiction from one dashboard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Access realtime data across all schools instantly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Generate consolidated reports (SF5, SF6, SF7) in seconds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Compare school performance sidebyside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Filter by district or school for focused analysis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Export data in PDF, CSV, or Excel formats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  <a:r>
              <a:t>"One Division, One View, Complete Oversight"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👥 User Roles &amp; Permissions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Access Level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🎓 Superintendent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Division head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Full access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👔 Supervisor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Division supervisor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View all, limited admin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📊 Analyst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Data specialist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Reports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👁️ Viewer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Basic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Dashboard only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📍 PSDS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District supervisor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Assigned district(s)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📊 Division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75569"/>
                </a:solidFill>
              </a:defRPr>
            </a:pPr>
            <a:r>
              <a:t>Your Command Center for All Schools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91640"/>
            <a:ext cx="8595360" cy="4846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8229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40AF"/>
                </a:solidFill>
              </a:defRPr>
            </a:pPr>
            <a:r>
              <a:t>📍 Division of City Schools - Manila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475569"/>
                </a:solidFill>
              </a:defRPr>
            </a:pPr>
            <a:r>
              <a:t>👤 Superintendent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06040"/>
            <a:ext cx="1874519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87451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E40AF"/>
                </a:solidFill>
              </a:defRPr>
            </a:pPr>
            <a:r>
              <a:t>🏫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Schools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599" y="2606040"/>
            <a:ext cx="1874519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599" y="2743200"/>
            <a:ext cx="187451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👨‍🎓 25,432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599" y="324612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Students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1998" y="2606040"/>
            <a:ext cx="1874519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8" y="2743200"/>
            <a:ext cx="187451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5CF6"/>
                </a:solidFill>
              </a:defRPr>
            </a:pPr>
            <a:r>
              <a:t>👨‍🏫 1,245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8" y="324612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Teachers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397" y="2606040"/>
            <a:ext cx="1874519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397" y="2743200"/>
            <a:ext cx="1874519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📈 +3.2%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397" y="324612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75569"/>
                </a:solidFill>
              </a:defRPr>
            </a:pPr>
            <a:r>
              <a:t>Growth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86200"/>
            <a:ext cx="8229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77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40AF"/>
                </a:solidFill>
              </a:defRPr>
            </a:pPr>
            <a:r>
              <a:t>🏫 Schools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9776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3B82F6"/>
                </a:solidFill>
              </a:defRPr>
            </a:pPr>
            <a:r>
              <a:t>View All 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80560"/>
            <a:ext cx="187451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</a:defRPr>
            </a:pPr>
            <a:r>
              <a:t>🏫 Rizal Elem.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B82F6"/>
                </a:solidFill>
              </a:defRPr>
            </a:pPr>
            <a:r>
              <a:t>👨‍🎓 523 students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14599" y="4480560"/>
            <a:ext cx="187451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599" y="457200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</a:defRPr>
            </a:pPr>
            <a:r>
              <a:t>🏫 Bonifacio 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599" y="489204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B82F6"/>
                </a:solidFill>
              </a:defRPr>
            </a:pPr>
            <a:r>
              <a:t>👨‍🎓 412 students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1998" y="4480560"/>
            <a:ext cx="187451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1998" y="457200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</a:defRPr>
            </a:pPr>
            <a:r>
              <a:t>🏫 Mabini Central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8" y="489204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B82F6"/>
                </a:solidFill>
              </a:defRPr>
            </a:pPr>
            <a:r>
              <a:t>👨‍🎓 687 students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29397" y="4480560"/>
            <a:ext cx="1874519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397" y="457200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75569"/>
                </a:solidFill>
              </a:defRPr>
            </a:pPr>
            <a:r>
              <a:t>🏫 Aguinaldo 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397" y="4892040"/>
            <a:ext cx="187451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B82F6"/>
                </a:solidFill>
              </a:defRPr>
            </a:pPr>
            <a:r>
              <a:t>👨‍🎓 345 students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7548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75569"/>
                </a:solidFill>
              </a:defRPr>
            </a:pPr>
            <a:r>
              <a:t>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3093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94A3B8"/>
                </a:solidFill>
              </a:defRPr>
            </a:pPr>
            <a:r>
              <a:t>Real-time dashboard with server-side aggregation for optimal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🔍 Cascading Filters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Smart Filtering: Division → District → School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Select a District → School dropdown filters to that district only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Select a School → All data filters to that specific school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Clear Filters → Returns to divisionwide view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Benefits: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🎯 Focus Analysis  Drill down to specific areas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⚡ Fast Navigation  No need to switch pages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💾 Persistent Selection  Filters are remembered across sessions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📋 DepEd Reports Integration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Form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SF5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Report on Promotion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End-of-year statistics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✅ Ready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SF6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Summarized Promotion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Division-wide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✅ Ready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SF7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Personnel Assignment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All personnel list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✅ Ready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⏱️ Time Savings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Compile SF5 (42 schools)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3 days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5 minutes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Generate SF6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1 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2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Collect SF7 personnel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2 weeks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10 minutes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99%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Dashboard data 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Real-time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⚡ Performance Optimizations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3B8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Dashboard 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3.5s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&lt;1s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71% faster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Schools Grid (50 schools)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&lt;1s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80% faster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SF5 Report Generation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8s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&lt;2s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75% faster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Personnel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4s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&lt;0.5s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87% faster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🔒 Security &amp;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Enterprise-Grade Security: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🔐 RoleBased Access  Users see only what they're authorized to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🔑 Secure Authentication  Firebase Authentication with 2FA support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📝 Audit Logging  Every action is tracked and recorded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🔒 Data Encryption  All data encrypted at rest and in transit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⏰ Session Management  Autologout after inactivity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Compliance: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RA 10173 (Data Privacy Act) compliant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DepEd data handling guidelines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Government security standards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🎯 Benefits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For Division Personnel: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⏰ Time Savings  40+ hours/month saved on data collection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📊 RealTime Data  Always uptodate information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🎯 Better Decisions  Datadriven insights across schools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📋 Compliance  Faster DepEd report submission</a:t>
            </a:r>
          </a:p>
          <a:p>
            <a:pPr>
              <a:spcBef>
                <a:spcPts val="1200"/>
              </a:spcBef>
              <a:defRPr sz="2000">
                <a:solidFill>
                  <a:srgbClr val="475569"/>
                </a:solidFill>
              </a:defRPr>
            </a:pPr>
          </a:p>
          <a:p>
            <a:pPr>
              <a:spcBef>
                <a:spcPts val="2000"/>
              </a:spcBef>
              <a:defRPr sz="2200" b="1">
                <a:solidFill>
                  <a:srgbClr val="1E40AF"/>
                </a:solidFill>
              </a:defRPr>
            </a:pPr>
            <a:r>
              <a:t>For Schools: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No manual submission  data automatically available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Less followups from division office</a:t>
            </a:r>
          </a:p>
          <a:p>
            <a:pPr lvl="1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t>• Reduced phone inquiries for reports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🙏 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BFDBFE"/>
                </a:solidFill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3C5FD"/>
                </a:solidFill>
              </a:defRPr>
            </a:pPr>
            <a:r>
              <a:t>EduSync School Information System | December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
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91440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Automated Q2 Proficiency</a:t>
            </a:r>
            <a:br/>
            <a:r>
              <a:t>Level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Transforming Division-Wide Data Collection</a:t>
            </a:r>
            <a:br/>
            <a:r>
              <a:t>From Weeks to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3C5FD"/>
                </a:solidFill>
              </a:defRPr>
            </a:pPr>
            <a:r>
              <a:t>EduSync School Information System | Division of Mati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The Current Challenge — Manual Quarterly Reporting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The Hidden Costs — Time, Errors, and Stress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The EduSync Solution — Automated Data Flow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How It Works — System Demonstration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Impact Analysis — Before vs. After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Implementation Roadmap — Next Steps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Q&amp;A — Open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The Current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BEAFE"/>
                </a:solidFill>
              </a:defRPr>
            </a:pPr>
            <a:r>
              <a:t>Understanding the Manual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Q2 Proficiency Report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3716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Teacher Level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Each teacher computes MPS per subject manually in Excel, then submits to School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⏱️ 2-3 days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2860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School Level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Principal/Registrar collects from all teachers, consolidates into one school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⏱️ 2-3 days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2004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46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District Level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District Supervisor collects from 5-15 schools, merges into district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⏱️ 3-5 days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1148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Division Level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Planning Officer collects from all districts, creates final consolidated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⏱️ 3-5 days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" y="50292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074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Regional Submission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Division submits to Regional Office before deadline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074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⏱️ Total: 3-5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😰 Pain Points in Current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Manual Data Entry — High risk of typos and formula errors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Multiple Excel Versions — "Which file is the latest?"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Delayed Submissions — Cascading delays from one late teacher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No Data Validation — Impossible values slip through (120%, negative 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Copy-Paste Errors — Wrong school data in wrong row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Format Inconsistency — Different templates from different schools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Re-computation Requests — "Please recalculate and resubmit"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USB/File Loss — Panic when files get corrupted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• No Audit Trail — "Who submitted what and when?"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⏱️ Time Lost Every Quarter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011680" cy="1645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4-6 hrs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Per Teacher</a:t>
            </a:r>
            <a:br/>
            <a:r>
              <a:t>(Extra work)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371600"/>
            <a:ext cx="2011680" cy="1645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8-12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Per Principal</a:t>
            </a:r>
            <a:br/>
            <a:r>
              <a:t>(Consolidation)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2011680" cy="1645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16-24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Per District Supervisor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371600"/>
            <a:ext cx="201168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24-40 hrs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Division Compiler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2011680" cy="1645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661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Weeks Total</a:t>
            </a:r>
            <a:br/>
            <a:r>
              <a:t>(Submission delay)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14600" y="3291840"/>
            <a:ext cx="201168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35661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4297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Per Year</a:t>
            </a:r>
            <a:br/>
            <a:r>
              <a:t>(Quarterly)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291840"/>
            <a:ext cx="2011680" cy="1645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5661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97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Stress Level</a:t>
            </a:r>
            <a:br/>
            <a:r>
              <a:t>(Deadline pressure)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3291840"/>
            <a:ext cx="2011680" cy="1645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5661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Many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2976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Revision Requests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✨ The EduSync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BEAFE"/>
                </a:solidFill>
              </a:defRPr>
            </a:pPr>
            <a:r>
              <a:t>Automated Proficiency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How EduSync Solves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Teachers already input grades for Report Cards (SF9, Form 138)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System AUTOMATICALLY calculates MPS from existing Q2 grades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School-level summary is generated in real-time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District aggregation happens instantly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Division report is ONE CLICK away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Export matches exact DepEd Excel format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No extra work for teachers — Zero duplicate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EduSync Automated Data Flow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3716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Grades Already in System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Teachers enter Q2 grades for individual students (for report cards)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17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✅ Already done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22860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Auto-Compute MPS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System calculates Mean Percentage Score per subject per grade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🤖 Instant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2004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46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School Summary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Automatically aggregated for each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46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📊 Real-time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1148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160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District/Division Roll-up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Consolidated across all schools instantly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60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⚡ 1 second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" y="50292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074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Download Excel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Export in exact DepEd format with matching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074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</a:defRPr>
            </a:pPr>
            <a:r>
              <a:t>📥 1 click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Automated Report 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Grade/Subject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Data Captured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Kindergarten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A/B/C Proficiency Levels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% at Beginning, Developing, Consistent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Grade 1-2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Quarterly 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% with 75%+ MPS, Mean Score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Grade 3 Mother Tongue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Quarterly Grades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% with 75%+ MPS, Mean 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Grade 1-3 Reading &amp; Literacy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ELLN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% with 75%+ MPS, Mean Score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Grade 4-6 English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Quarterly Grades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% with 75%+ MPS, Mean 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All 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Per School/District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Grouped by District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⚖️ Manual vs. Automated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114800" cy="4754880"/>
          </a:xfrm>
          <a:prstGeom prst="round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❌ BEFORE (Manual)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3-5 weeks to compile Division report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40+ hours of manual consolidation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High risk of calculation errors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Multiple Excel file versions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Stressful deadline crunch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Frequent revision requests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No real-time visibility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Data is 2-3 weeks 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114800" cy="475488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C55E"/>
                </a:solidFill>
              </a:defRPr>
            </a:pPr>
            <a:r>
              <a:t>✅ AFTER (EduSync)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7490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5 minutes to generate report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0 hours of manual consolidation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100% accurate calculations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Single source of truth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Stress-free submissions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Get it right the first time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Real-time dashboard access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• Data is always current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Measurable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011680" cy="1645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Faster Report</a:t>
            </a:r>
            <a:br/>
            <a:r>
              <a:t>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371600"/>
            <a:ext cx="2011680" cy="1645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Error</a:t>
            </a:r>
            <a:br/>
            <a:r>
              <a:t>Elimination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71600"/>
            <a:ext cx="2011680" cy="1645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Extra Teacher</a:t>
            </a:r>
            <a:br/>
            <a:r>
              <a:t>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371600"/>
            <a:ext cx="2011680" cy="1645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6459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DBEAFE"/>
                </a:solidFill>
              </a:defRPr>
            </a:pPr>
            <a:r>
              <a:t>Time Saved</a:t>
            </a:r>
            <a:br/>
            <a:r>
              <a:t>(All Levels)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>
                <a:solidFill>
                  <a:srgbClr val="BFDBFE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475569"/>
                </a:solidFill>
              </a:defRPr>
            </a:pPr>
            <a:r>
              <a:t>"Wala na kaming extra Excel. Yung grades na ini-input namin for report card, automatic na napupunta sa Division report."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— Sample Teacher Feedback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Elementary School Teacher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>
                <a:solidFill>
                  <a:srgbClr val="BFDBFE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475569"/>
                </a:solidFill>
              </a:defRPr>
            </a:pPr>
            <a:r>
              <a:t>"Hindi na kami nag-coconsolidate. Click lang, tapos na. Mas maaga pa kami makakapag-submit."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— Sample Principal Feedback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Elementary School Principal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>
                <a:solidFill>
                  <a:srgbClr val="BFDBFE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475569"/>
                </a:solidFill>
              </a:defRPr>
            </a:pPr>
            <a:r>
              <a:t>"Instant report. No more encoding errors. No more 'Sir, mali pala yung data namin, palitan.'"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40AF"/>
                </a:solidFill>
              </a:defRPr>
            </a:pPr>
            <a:r>
              <a:t>— Sample Division Feedback</a:t>
            </a:r>
          </a:p>
          <a:p>
            <a:pPr algn="ctr">
              <a:defRPr sz="1400">
                <a:solidFill>
                  <a:srgbClr val="475569"/>
                </a:solidFill>
              </a:defRPr>
            </a:pPr>
            <a:r>
              <a:t>Division Planning Officer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🖥️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BEAFE"/>
                </a:solidFill>
              </a:defRPr>
            </a:pPr>
            <a:r>
              <a:t>See It In 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1. Login to EduSync as Division User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2. Navigate to Reports → Q2 Proficiency Level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3. Select School Year: 2025-2026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4. Select Quarter: Q2 (2nd Quarter)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5. View real-time data from all schools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6. Filter by District if needed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7. Click 'Download Excel' → Done!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BEAFE"/>
                </a:solidFill>
              </a:defRPr>
            </a:pPr>
            <a:r>
              <a:t>How Do We Get There?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✅ Prerequisites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Schools must use EduSync for Grade Entry — Teachers input Q1-Q4 grades in system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Complete Student Enrollment Data — Students properly assigned to sections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Learning Areas Configured — Subjects set up per grade level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Division Account Setup — Division users with proper access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Network/Internet Access — For syncing data to central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📅 Rollout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Schools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Pilot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5 schools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Validate report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District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All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First district automated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District 2-3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North + South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Expand 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Full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Apr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All schools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100% automated Q3 report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🤝 Support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Teacher Training — 1-hour orientation on grade entry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Principal Training — Dashboard overview and report generation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District Supervisor Access — Real-time monitoring dashboard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Division Admin Training — Full report generation and export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Ongoing Support — Help desk, documentation, video tutorials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Data Migration — Assistance with historical data if needed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❓ 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BEAFE"/>
                </a:solidFill>
              </a:defRPr>
            </a:pPr>
            <a:r>
              <a:t>We're Here to Help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📞 Get Started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Schedule a Demo — See the full system in action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Pilot Program — Start with a few schools, prove the value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Training Sessions — We train your teachers and staff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Deployment Support — Full assistance during rollout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Contact: EduSync Implementation Team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Email: support@edusync.ph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</a:defRPr>
            </a:pPr>
            <a:r>
              <a:t>• Website: www.edusync.ph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91440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FDBFE"/>
                </a:solidFill>
              </a:defRPr>
            </a:pPr>
            <a:r>
              <a:t>Let's Transform Education Data Together</a:t>
            </a:r>
            <a:br/>
            <a:br/>
            <a:r>
              <a:t>📧 support@edusync.ph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3C5FD"/>
                </a:solidFill>
              </a:defRPr>
            </a:pPr>
            <a:r>
              <a:t>EduSync School Information System | Division of Mati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
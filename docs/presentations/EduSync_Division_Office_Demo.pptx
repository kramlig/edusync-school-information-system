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99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EduSync.ph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Information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Office Demo Presentation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📋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005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Introduction - What is EduSync?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The Problem - Current Challenges in Schools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The Solution - Key Features &amp; Capabilities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Live Demo - System Walkthrough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DepEd Compliance - Official Forms Automation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Benefits - Time &amp; Cost Savings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Q&amp;A - 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🏫 What is EduSync?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 Complete School Management Ecosystem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EduSync is a cloud-based, DepEd-compliant School Information System designed specifically for Philippine schools.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✅ 100% DepEd-Compliant - All forms and calculations follow official guidelines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✅ Cloud-Based - Accessible anywhere, anytime, on any device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✅ Offline-Ready - Works without internet, syncs when connected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✅ Modern &amp; User-Friendly - Intuitive interface requiring minimal training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🎯 The Problem We 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Current Pain Points in Schools: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📄 Manual Paperwork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Teachers spend 40%+ of time on forms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📊 No Real-Time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Delayed grade compilation and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🔄 Duplicate Entry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Same data entered multiple times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📑 Compliance Burden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DepEd forms require exact formatting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⚠️ Human Error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Calculation mistakes in grades/reports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👥 Poor Communication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Limited parent-school engagement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✨ EduSync Solution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9 Powerful Integrated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📚 Academic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Gradebook, Core Values, Attendance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32918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📋 DepEd Forms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SF1-SF10, Form 137/138, ELLN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📝 Enrollment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Online Applications, Documents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👨‍🏫 Personnel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Teacher Mgmt, Assignments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37744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329184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📊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Real-time Stats, 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37744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👥 Parent Portal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Grades, Attendance, Bills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💰 Financial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Fees, Payments, Receipts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47472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329184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📱 Mobile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PWA, Offline Mode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3474720"/>
            <a:ext cx="26517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612648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🔔 Notifications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SMS, Email, Alerts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📚 Academic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Complete Gradebook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Quarterly Grading - Q1, Q2, Q3, Q4 with automatic final grade calculation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DepEd Components - Written Works, Performance Tasks, Quarterly Assessments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Automatic Transmutation - Uses official DepEd transmutation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Core Values Assessment - Maka-Diyos, Maka-tao, Makakalikasan, Makabansa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Behavioral Grading - AO, SO, RO, NO ratings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7772400" cy="9144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Benefits: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⏱️ </a:t>
            </a:r>
            <a:r>
              <a:rPr lang="en-US" sz="1300" dirty="0">
                <a:solidFill>
                  <a:schemeClr val="bg1"/>
                </a:solidFill>
              </a:rPr>
              <a:t>90% faster grade computation  •  ✅ Zero calculation errors  •  📊 Instant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📋 DepEd Forms Automation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Official Forms Generated in 3 Clicks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49007"/>
              </p:ext>
            </p:extLst>
          </p:nvPr>
        </p:nvGraphicFramePr>
        <p:xfrm>
          <a:off x="457200" y="1234440"/>
          <a:ext cx="7772400" cy="29260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SF1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School Register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SF2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Daily Attendance Record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SF5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Report on Promotion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SF7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Personnel Assignment List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SF9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Learner's Progress Report Card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SF10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Learner's Permanent Record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Form 137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Permanent Record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Form 138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Report Card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ELLN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Early Language Literacy &amp; Numeracy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✅ Ready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7772400" cy="4572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45720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"3-Click Generation" - Select students → Choose form → Download PDF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👨‍🎓 Student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Complete Learner Information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 Student Profiles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Complete learner information with photo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 LRN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Learner Reference Number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 Enrollment History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377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Track complete academic journey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 Section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Organize by grade level and section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 Search &amp; Filter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Find any student instantly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Captured: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Personal Info • Contact Details • Parent/Guardian • Previous Records • Medical Info •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⏱️ Time &amp; Cost Savings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Impact on School Operations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77240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 EduSync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Savings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Grade Computation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4-6 hours/teacher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30 minutes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Form 137 Generation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15-20 min/student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 minute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Attendance Recording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 min/class/day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 minutes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80%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Report Compilation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2-3 days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 minutes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99%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Parent Inquiries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50+ calls/week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 calls/week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80%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7772400" cy="9144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Annual Savings Per School: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💡 </a:t>
            </a:r>
            <a:r>
              <a:rPr lang="en-US" sz="1200" dirty="0">
                <a:solidFill>
                  <a:schemeClr val="bg1"/>
                </a:solidFill>
              </a:rPr>
              <a:t>500+ hours of teacher time saved  •  💰 ₱50,000+ in paper/printing costs  •  ⚡ Faster DepEd 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🎮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System Walkthrough (18 minutes)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Login &amp;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Role-based access, main dashboard overview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Student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View/add students, search capabilities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73152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Gradebook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Enter grades, auto-calculations, generate forms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73152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DepEd Forms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Generate SF1, SF2, download PDFs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73152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Reports &amp;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Enrollment stats, attendance,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🏆 Why Choose EduSync?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Competitive Advantages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7724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Traditional SIS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EduSync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DepEd Compliance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✅ 100%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Offline Support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✅ Yes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Mobile Access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❌ Limited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✅ Full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Real-Time Updates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❌ Batch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✅ Live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Parent Portal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❌ None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✅ Complete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Setup Time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Weeks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✅ Hours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Auto-Calculations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❌ Manual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✅ Automatic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🔐 Security &amp; Reliability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Enterprise-Grade Security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High Availability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🔒 Encrypted Data (at rest &amp; transit)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👤 Role-Based Access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📝 Complete Audit Logs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🔑 Secure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☁️ 99.9% Uptime Guarantee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📱 Offline Mode (PWA)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🔄 Auto-Sync When Connected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💾 Daily Automated Backups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📞 Implementation &amp;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Getting Started is Easy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109728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1-2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System setup and configuration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1828800" cy="109728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246888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3-4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 migration (existing students/teachers)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1828800" cy="109728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448056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Staff training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463040"/>
            <a:ext cx="1828800" cy="109728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6-7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Go-live with support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Ongoing Support: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📧 Priority email support  •  📞 Phone support (office hours)  •  📚 Help docs &amp; video tutorials  •  🔄 Regular updates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💰 Pricing Plans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086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Simple, Transparent Pricing - Less than ₱4 per student per month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56032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🌱 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₱1,999/mo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293B"/>
                </a:solidFill>
              </a:rPr>
              <a:t>Perfect for small schools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Up to 500 students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Unlimited teachers 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Core features (grades, forms)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Parent portal access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Email support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30-day free trial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120140"/>
            <a:ext cx="2560320" cy="294894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30632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PROFESSIONAL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₱4,999/mo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63240" y="1874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⭐ MOST POPULAR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FAFC"/>
                </a:solidFill>
              </a:rPr>
              <a:t>Most popular choice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2331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Up to 1,500 students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Unlimited teachers 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All features + AI analytics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Parent portal + billing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Email &amp; SMS notifications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Payment proof verification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Priority support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• 30-day free trial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234440"/>
            <a:ext cx="256032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576072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🏆 ENTERPRISE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Custom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6072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293B"/>
                </a:solidFill>
              </a:rPr>
              <a:t>For large schools &amp; divisions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Unlimited students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Unlimited teachers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All features + customization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Dedicated account manager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On-site training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SLA guarantee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7955280" cy="5486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65760" y="4193177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🎁 30-Day FREE Trial on all plans  •  No credit card required  •  Unlimited teachers included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🗺️ Development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DepEd Forms - Current Status &amp; Upcoming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COMPLETED FORMS (11)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SF1 - School Register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SF2 - Daily Attendance Report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SF3 - Books Issued &amp; Returned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0939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SF4 - Monthly Learner Movement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SF5 - Report on Promotion (ES/JHS)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SF5-K - Promotion Report (Kinder)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SF6 - Textbook Ledger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SF7 - Personnel Assignment List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SF9 - Progress Report Card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08152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Form 137 - Permanent Record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✓ Form 138 - Report Card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34840" y="1188720"/>
            <a:ext cx="39319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52628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🚧 COMING SOON (6)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16459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⏳ SF5B-SHS - Complete SHS Requirements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1645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</a:rPr>
              <a:t>Q1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26280" y="19659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⏳ SF8 - Health &amp; Nutrition (Kinder)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1965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</a:rPr>
              <a:t>Q1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26280" y="22860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⏳ SF8-SHS - Health &amp; Nutrition (SHS)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</a:rPr>
              <a:t>Q1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26280" y="26060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⏳ SF3-SHS - Books Issued (SHS)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2606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</a:rPr>
              <a:t>Q1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2926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⏳ SF4-SHS - Monthly Movement (SHS)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2926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</a:rPr>
              <a:t>Q1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280" y="32461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⏳ ELLN Reports - Enhanced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06640" y="3246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</a:rPr>
              <a:t>Q1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Overall DepEd Forms Completion: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7955280" cy="36576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5212080" cy="36576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/>
          <p:nvPr/>
        </p:nvSpPr>
        <p:spPr>
          <a:xfrm>
            <a:off x="365760" y="404164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65% Complete (11 of 17 forms)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480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</a:rPr>
              <a:t>💡 All upcoming forms included FREE for existing subscribers!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🤝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How to Move Forward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1645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Option 1: Pilot Program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Free trial for one semester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Full access to all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Dedicated support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No commitment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657600" cy="164592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Option 2: Full Adoption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Complete setup &amp; training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Data migration assistance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Priority support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Customization options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Contact Us: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</a:rPr>
              <a:t>📧 support@edusync.ph   •   🌐 www.edusync.ph   •   📱 Request a personalized demo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🙏 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EduSync School Information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8FAFC"/>
                </a:solidFill>
              </a:rPr>
              <a:t>"Transforming Philippine Education, One School at a Time"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📎 Appendix: Demo Credentials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For Division Office Demo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95586"/>
              </p:ext>
            </p:extLst>
          </p:nvPr>
        </p:nvGraphicFramePr>
        <p:xfrm>
          <a:off x="457200" y="1371600"/>
          <a:ext cx="77724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Email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Password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admin@demo.edu.ph</a:t>
                      </a:r>
                      <a:endParaRPr lang="en-US" sz="1400" b="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admin123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Teacher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teacher@edusync.local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teacher123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Parent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parent@edusync.local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parent123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student@edusync.local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student123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7719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Demo URL: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86000" y="36967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</a:rPr>
              <a:t>🔗 https://edusync.ph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Note: Demo credentials are for testing purposes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1312</Words>
  <Application>Microsoft Office PowerPoint</Application>
  <PresentationFormat>On-screen Show (16:9)</PresentationFormat>
  <Paragraphs>329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EduSync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EduSync School Information System - Division Office Demo</dc:title>
  <dc:subject>School Information System Presentation</dc:subject>
  <dc:creator>EduSync Development Team</dc:creator>
  <cp:lastModifiedBy>Mark Gil Dotillos</cp:lastModifiedBy>
  <cp:revision>3</cp:revision>
  <dcterms:created xsi:type="dcterms:W3CDTF">2025-12-06T02:37:22Z</dcterms:created>
  <dcterms:modified xsi:type="dcterms:W3CDTF">2025-12-06T07:26:45Z</dcterms:modified>
</cp:coreProperties>
</file>